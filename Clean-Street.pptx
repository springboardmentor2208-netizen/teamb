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  <p:embeddedFont>
      <p:font typeface="Perpetua" panose="02020502060401020303" pitchFamily="18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972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08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7A88-7B8D-5D68-540D-BF164C06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0E611-0DBF-4358-6FD1-A2795B3B9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198B-A2F2-37AE-C240-2FA7029D3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1B1E4-DCD8-60EE-F68C-F8CC0C0D9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19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46878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Street – Civic Issue Reporting &amp; Tracking System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219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Springboard Internship | Full Stack Development Project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90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797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face significant challenges in reporting and tracking civic issues in their communities.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797850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797850"/>
            <a:ext cx="121920" cy="2111454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0551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Reporting Difficulties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1142524" y="356330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Times New Roman" panose="02020603050405020304" pitchFamily="18" charset="0"/>
              </a:rPr>
              <a:t>Citizens lack convenient channels to report issues like garbage dumps, potholes, water leakage, and broken streetlights.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428548" y="2797850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797850"/>
            <a:ext cx="121920" cy="2111454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055144"/>
            <a:ext cx="30721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Centralized System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7282" y="356330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unified platform, complaints get lost across multiple departments with no clear tracking mechanism.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3790" y="5136118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36118"/>
            <a:ext cx="121920" cy="2111454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934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Transparency Gap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2524" y="590157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Residents cannot monitor complaint resolution progress, leading to frustration and mistrust in civic authorities.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428548" y="5136118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36118"/>
            <a:ext cx="121920" cy="2111454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934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Poor Prioritization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7282" y="590157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Authorities struggle to identify urgent issues and allocate resources effectively without data-driven insights.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1061442"/>
            <a:ext cx="5283875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Proposed Solution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04493" y="2168366"/>
            <a:ext cx="317027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Web-Based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493" y="2743200"/>
            <a:ext cx="5993606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civic engagement system that connects citizens with authorities through a transparent digital platform.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6992" y="4020146"/>
            <a:ext cx="6001107" cy="328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issues with photo evidence and precise location tagging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complaint assignment to relevant authorities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of complaint status from submission to resolution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voting and commenting to prioritize issues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 with analytics and monitoring tools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19530"/>
          <a:stretch>
            <a:fillRect/>
          </a:stretch>
        </p:blipFill>
        <p:spPr>
          <a:xfrm>
            <a:off x="7156174" y="2228612"/>
            <a:ext cx="6777234" cy="4700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F3E0111-E549-7FD0-5C3D-22F984F1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847" y="763548"/>
            <a:ext cx="5099566" cy="63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847" y="1733550"/>
            <a:ext cx="485656" cy="485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9847" y="2427089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79847" y="2845594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JavaScript with React for dynamic user interface and responsive design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9142" y="1733550"/>
            <a:ext cx="485656" cy="485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19142" y="2427089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419142" y="2845594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with Express or Java Spring Boot for RESTful API development and business logic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847" y="3755231"/>
            <a:ext cx="485656" cy="485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847" y="4448770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79847" y="4867275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for relational data or MongoDB for document-based storage of complaints and user data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9142" y="3755231"/>
            <a:ext cx="485656" cy="4856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19142" y="4448770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Maps API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7419142" y="4867275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or Leaflet integration for location tagging and geographical visualization of issues</a:t>
            </a: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847" y="5776913"/>
            <a:ext cx="485656" cy="4856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9847" y="6470452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Upload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679847" y="6888956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Multer or similar middleware for handling photo attachments with validation and secure storage</a:t>
            </a: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9142" y="5776913"/>
            <a:ext cx="485656" cy="4856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19142" y="6470452"/>
            <a:ext cx="2549723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</a:t>
            </a:r>
            <a:endParaRPr lang="en-US" sz="2400" dirty="0"/>
          </a:p>
        </p:txBody>
      </p:sp>
      <p:sp>
        <p:nvSpPr>
          <p:cNvPr id="20" name="Text 12"/>
          <p:cNvSpPr/>
          <p:nvPr/>
        </p:nvSpPr>
        <p:spPr>
          <a:xfrm>
            <a:off x="7419142" y="6888956"/>
            <a:ext cx="6531412" cy="57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or Session-based authentication with role-based access control for different user types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7293" y="108115"/>
            <a:ext cx="427581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Design</a:t>
            </a:r>
            <a:endParaRPr lang="en-US" sz="46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5A9677-4B98-FE74-3347-5CE7D63CF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52375"/>
            <a:ext cx="14630400" cy="7377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6665" y="693539"/>
            <a:ext cx="4853226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36665" y="1878806"/>
            <a:ext cx="6303169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6665" y="1855946"/>
            <a:ext cx="6303169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5" name="Shape 3"/>
          <p:cNvSpPr/>
          <p:nvPr/>
        </p:nvSpPr>
        <p:spPr>
          <a:xfrm>
            <a:off x="3810953" y="1601510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3977283" y="1740098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4310" y="2341007"/>
            <a:ext cx="24266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Authentication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4310" y="2734628"/>
            <a:ext cx="5887879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registration and login with role-based access control for citizens, authorities, and administrators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90448" y="1878806"/>
            <a:ext cx="6303288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90448" y="1855946"/>
            <a:ext cx="6303288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11" name="Shape 9"/>
          <p:cNvSpPr/>
          <p:nvPr/>
        </p:nvSpPr>
        <p:spPr>
          <a:xfrm>
            <a:off x="10264735" y="1601510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1066" y="1740098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8092" y="2341007"/>
            <a:ext cx="24266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Issue Reporting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98092" y="2734628"/>
            <a:ext cx="5887998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complaints with photo evidence, precise location tagging, and detailed descriptions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6665" y="3907155"/>
            <a:ext cx="6303169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6665" y="3884295"/>
            <a:ext cx="6303169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953" y="3629858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283" y="3768447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4310" y="4369356"/>
            <a:ext cx="24266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 Tracking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4310" y="4762976"/>
            <a:ext cx="5887879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status updates from "Submitted" to "In Progress" to "Resolved" with timestamps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390448" y="3907155"/>
            <a:ext cx="6303288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90448" y="3884295"/>
            <a:ext cx="6303288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64735" y="3629858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24" name="Text 22"/>
          <p:cNvSpPr/>
          <p:nvPr/>
        </p:nvSpPr>
        <p:spPr>
          <a:xfrm>
            <a:off x="10431066" y="3768447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98092" y="4369356"/>
            <a:ext cx="275427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Community Engagement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98092" y="4762976"/>
            <a:ext cx="5887998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Vote on issues to prioritize, comment to share information, and view community discussions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36665" y="5935504"/>
            <a:ext cx="6303169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36665" y="5912644"/>
            <a:ext cx="6303169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29" name="Shape 27"/>
          <p:cNvSpPr/>
          <p:nvPr/>
        </p:nvSpPr>
        <p:spPr>
          <a:xfrm>
            <a:off x="3810953" y="5658207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30" name="Text 28"/>
          <p:cNvSpPr/>
          <p:nvPr/>
        </p:nvSpPr>
        <p:spPr>
          <a:xfrm>
            <a:off x="3977283" y="5796796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44310" y="6397704"/>
            <a:ext cx="24266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44310" y="6791325"/>
            <a:ext cx="5887879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monitoring interface with analytics, complaint management, and reporting tools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390448" y="5935504"/>
            <a:ext cx="6303288" cy="1600438"/>
          </a:xfrm>
          <a:prstGeom prst="roundRect">
            <a:avLst>
              <a:gd name="adj" fmla="val 68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90448" y="5912644"/>
            <a:ext cx="6303288" cy="91440"/>
          </a:xfrm>
          <a:prstGeom prst="roundRect">
            <a:avLst>
              <a:gd name="adj" fmla="val 84922"/>
            </a:avLst>
          </a:prstGeom>
          <a:solidFill>
            <a:srgbClr val="007EB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64735" y="5658207"/>
            <a:ext cx="554593" cy="554593"/>
          </a:xfrm>
          <a:prstGeom prst="roundRect">
            <a:avLst>
              <a:gd name="adj" fmla="val 164878"/>
            </a:avLst>
          </a:prstGeom>
          <a:solidFill>
            <a:srgbClr val="007EBD"/>
          </a:solidFill>
          <a:ln/>
        </p:spPr>
      </p:sp>
      <p:sp>
        <p:nvSpPr>
          <p:cNvPr id="36" name="Text 34"/>
          <p:cNvSpPr/>
          <p:nvPr/>
        </p:nvSpPr>
        <p:spPr>
          <a:xfrm>
            <a:off x="10431066" y="5796796"/>
            <a:ext cx="22181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98092" y="6397704"/>
            <a:ext cx="24266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 Generation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98092" y="6791325"/>
            <a:ext cx="5887998" cy="5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complaint data, resolution statistics, and performance metrics in various formats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6106" y="0"/>
            <a:ext cx="3838187" cy="614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Workflow</a:t>
            </a:r>
            <a:endParaRPr lang="en-US" sz="3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4FF574-D299-9437-710C-81052336C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4601"/>
            <a:ext cx="14630400" cy="7614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483" y="1281232"/>
            <a:ext cx="498871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Impact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151483" y="2143600"/>
            <a:ext cx="7813834" cy="1145501"/>
          </a:xfrm>
          <a:prstGeom prst="roundRect">
            <a:avLst>
              <a:gd name="adj" fmla="val 73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49127" y="228823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Reporting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349127" y="2668927"/>
            <a:ext cx="7418546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process reduces complaint submission time from days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minutes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151483" y="3384590"/>
            <a:ext cx="7813834" cy="1081802"/>
          </a:xfrm>
          <a:prstGeom prst="roundRect">
            <a:avLst>
              <a:gd name="adj" fmla="val 73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9127" y="3582233"/>
            <a:ext cx="278022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Transparency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349127" y="3989427"/>
            <a:ext cx="741854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builds trust between citizens and civic authorities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151483" y="4625578"/>
            <a:ext cx="7813834" cy="1081802"/>
          </a:xfrm>
          <a:prstGeom prst="roundRect">
            <a:avLst>
              <a:gd name="adj" fmla="val 73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9127" y="4756962"/>
            <a:ext cx="293227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Community Participation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349127" y="5150904"/>
            <a:ext cx="741854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Voting and commenting features increase civic engagement and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awareness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151483" y="5866567"/>
            <a:ext cx="7813834" cy="1183590"/>
          </a:xfrm>
          <a:prstGeom prst="roundRect">
            <a:avLst>
              <a:gd name="adj" fmla="val 73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9127" y="601120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Efficient Resolution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349127" y="6391892"/>
            <a:ext cx="741854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assignment and prioritization leads to faster issue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9271" y="450890"/>
            <a:ext cx="4260175" cy="525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789271" y="1202412"/>
            <a:ext cx="1105185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Next-generation features to expand system capabilities and user reach.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271" y="1548051"/>
            <a:ext cx="3683913" cy="640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49410" y="2301716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49410" y="2685242"/>
            <a:ext cx="336363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iOS and Android applications for on-the-go reporting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184" y="1548051"/>
            <a:ext cx="3683913" cy="640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3323" y="2301716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Detection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633323" y="2685242"/>
            <a:ext cx="336363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recognition to automatically categorize issue types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097" y="1548051"/>
            <a:ext cx="3683913" cy="6406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17236" y="2301716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Alerts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317236" y="2685242"/>
            <a:ext cx="336363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notifications for status updates and new issues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1789271" y="3436539"/>
            <a:ext cx="11051858" cy="2762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789271" y="4458852"/>
            <a:ext cx="2522696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1789211" y="4979630"/>
            <a:ext cx="5525929" cy="1092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Clean Street system bridges the communication gap between citizens and authorities, enabling transparent, efficient civic issue management that leads to cleaner, better-maintained communities.</a:t>
            </a:r>
            <a:endParaRPr lang="en-US" sz="2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16963" r="7437"/>
          <a:stretch>
            <a:fillRect/>
          </a:stretch>
        </p:blipFill>
        <p:spPr>
          <a:xfrm>
            <a:off x="7513755" y="3718441"/>
            <a:ext cx="5327374" cy="39331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646FE9-7D33-7674-4311-E2D28A45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55AA0A5-05ED-848B-1593-B3AC23CF6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630399" cy="8229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EED4E7-45FC-8B99-B66F-10EF5B8118A6}"/>
              </a:ext>
            </a:extLst>
          </p:cNvPr>
          <p:cNvSpPr txBox="1"/>
          <p:nvPr/>
        </p:nvSpPr>
        <p:spPr>
          <a:xfrm>
            <a:off x="5671865" y="3683913"/>
            <a:ext cx="36583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Perpetua" panose="02020502060401020303" pitchFamily="18" charset="0"/>
              </a:rPr>
              <a:t>THANK YOU</a:t>
            </a:r>
            <a:endParaRPr lang="en-IN" sz="5000" b="1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502</Words>
  <Application>Microsoft Office PowerPoint</Application>
  <PresentationFormat>Custom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Petrona Bold</vt:lpstr>
      <vt:lpstr>Arial</vt:lpstr>
      <vt:lpstr>Inter</vt:lpstr>
      <vt:lpstr>Perpetua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swaran nani</dc:creator>
  <cp:lastModifiedBy>swaran nani</cp:lastModifiedBy>
  <cp:revision>2</cp:revision>
  <dcterms:created xsi:type="dcterms:W3CDTF">2026-03-31T08:57:36Z</dcterms:created>
  <dcterms:modified xsi:type="dcterms:W3CDTF">2026-03-31T09:33:30Z</dcterms:modified>
</cp:coreProperties>
</file>